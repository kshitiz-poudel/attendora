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389120"/>
            <a:ext cx="2377440" cy="237744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4709160"/>
            <a:ext cx="1737360" cy="1737360"/>
          </a:xfrm>
          <a:prstGeom prst="ellipse">
            <a:avLst/>
          </a:prstGeom>
          <a:ln w="12700">
            <a:solidFill>
              <a:srgbClr val="1C7293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5029200"/>
            <a:ext cx="1097280" cy="1097280"/>
          </a:xfrm>
          <a:prstGeom prst="ellipse">
            <a:avLst/>
          </a:prstGeom>
          <a:ln w="254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0152" y="55138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PROGRESS REVIEW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Attendora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Location-Bound QR Attendance System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extended with admin-defined geofenced attendance for teachers, alongside the existing dynamic-QR flow for students.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800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Kshitiz Poudel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1024170424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32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Biraj Chauhan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1024170365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 — Core Concept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scalable attendance solution built with Flutter and Firebase — unchanged from the original pitch, and now extended (see next).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50592" cy="26060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3896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5389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Teacher-generated QR code refreshes every 5 seconds to block screenshots and replay scans.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1874520"/>
            <a:ext cx="2450592" cy="26060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392424" y="30175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Scans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347472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are only accepted inside a teacher-defined radius around the classroom.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61888" y="1874520"/>
            <a:ext cx="2450592" cy="26060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67144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671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30175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Lock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47472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account is bound to one device; changes require admin approval.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68512" y="1874520"/>
            <a:ext cx="2450592" cy="260604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73768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7376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805672" y="30175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347472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roster, instant anomaly alerts, and exportable attendance reports.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097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2416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generates QR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82696" y="48920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0273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94176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34456" y="48920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449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45936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+ device check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586216" y="48920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0625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97696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dashboard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4173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299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SPRINT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4884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Geofenced Attendance,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for Teachers too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41605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defines a campus geofence — latitude, longitude and radius. Teachers must be physically within that zone to mark their own attendance. The student flow (teacher-generated QR + scan) stays exactly as before.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12680" y="1234440"/>
            <a:ext cx="1188720" cy="118872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18420" y="1440180"/>
            <a:ext cx="777240" cy="77724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1645920"/>
            <a:ext cx="365760" cy="365760"/>
          </a:xfrm>
          <a:prstGeom prst="ellipse">
            <a:avLst/>
          </a:prstGeom>
          <a:ln w="1905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Teacher Geo-Attendance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059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059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3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the Geofence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20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enters latitude, longitude and an allowed radius for the campus/department from the admin panel.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158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158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Location Checked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6301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teacher marks attendance, the app captures their live GPS coordinates in real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91456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5225796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2257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956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Validated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34009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compares distance from the geofence centre; attendance is marked present only inside the allowed radius — otherwise it's rejected and flagged.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2377440" cy="2377440"/>
          </a:xfrm>
          <a:prstGeom prst="ellipse">
            <a:avLst/>
          </a:prstGeom>
          <a:ln w="15240">
            <a:solidFill>
              <a:srgbClr val="1C729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366760" y="2148840"/>
            <a:ext cx="1737360" cy="173736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9660" y="2491740"/>
            <a:ext cx="1051560" cy="1051560"/>
          </a:xfrm>
          <a:prstGeom prst="ellipse">
            <a:avLst/>
          </a:prstGeom>
          <a:solidFill>
            <a:srgbClr val="D6EFE9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53144" y="2935224"/>
            <a:ext cx="164592" cy="16459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0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87000" y="233172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38360" y="1600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(inside radius)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radius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— Teacher Attendance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— Managing Geofences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admin-only module for defining and monitoring location-bound faculty attendance.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edit a campus/department location — latitude, longitude and allowed radius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geofence to specific teachers or faculty groups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teacher check-in status with distance-from-centre for each attempt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review out-of-range check-in attempts, same audit trail as student scans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37960" y="15544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155448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0" y="1554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Campus Geofence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12280" y="2587752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5877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31.6547° 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081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333756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76.8365° 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8313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RADIUS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4087368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5811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4837176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6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48371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Faculty Group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— Admin Module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Attendance Flows, One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teachers are verified differently, but both feed the same live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25780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unchanged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14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generates a dynamic, location-bound QR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912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it inside the Attendora app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684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verifies device lock + classroom geofence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457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logged to the live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1600200"/>
            <a:ext cx="525780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16002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— new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24688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414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defines campus geofence (lat/long/radius)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2461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1912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opens app to self check-in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0233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96849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verifies live GPS against the geofence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48006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2940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7457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logged to the same dashboard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Technical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Flutter + Firebase foundation, with a new geofence engine serving faculty check-ins.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EEF3F7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0116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20040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and web build for admin/teacher/student workflows.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EEF3F7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116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89504" y="320040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real-time database, notifications and hosting for the dashboard.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69164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EEF3F7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0116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Location APIs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320040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Geo-verification and radius calculations for classroom QR scans.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169164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EEF3F7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201168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0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320040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classroom QR, shows live attendance, exportable reports.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26880" y="1691640"/>
            <a:ext cx="2048256" cy="4023360"/>
          </a:xfrm>
          <a:prstGeom prst="roundRect">
            <a:avLst>
              <a:gd name="adj" fmla="val 4464"/>
            </a:avLst>
          </a:prstGeom>
          <a:solidFill>
            <a:srgbClr val="FCEEDD"/>
          </a:solidFill>
          <a:ln w="19050">
            <a:solidFill>
              <a:srgbClr val="F299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64040" y="18288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299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6404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0" y="2240280"/>
            <a:ext cx="585216" cy="58521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0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436608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Engine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73184" y="342900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validates admin-defined lat/long/radius against teacher live GPS for self check-in.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Focus for This Milestone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QR Flow (existing)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4709160" cy="0"/>
          </a:xfrm>
          <a:prstGeom prst="line">
            <a:avLst/>
          </a:prstGeom>
          <a:noFill/>
          <a:ln w="12700">
            <a:solidFill>
              <a:srgbClr val="E4EA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514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423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refresh holds up under real class conditions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172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accuracy across different campus locations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313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73989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Device-lock behaviour and admin reset flow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EC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Geo-Attendance (new)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400" y="2240280"/>
            <a:ext cx="4709160" cy="0"/>
          </a:xfrm>
          <a:prstGeom prst="line">
            <a:avLst/>
          </a:prstGeom>
          <a:noFill/>
          <a:ln w="12700">
            <a:solidFill>
              <a:srgbClr val="E4EA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514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2423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add/edit lat, long and radius per location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0" y="3172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check-in correctly accepted inside radius, rejected outside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38313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373989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Boundary/edge-case accuracy (GPS drift near the radius limit)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75120" y="44897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0" y="4398264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group assignment and permission handling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Testing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Attendora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mobile application (Flutter app for teachers &amp; students)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SSO integration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analytics for admins and faculty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scan buffering for intermittent connectivity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/ multi-department geofence support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alerts for repeated out-of-range check-ins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892040"/>
            <a:ext cx="65836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0" y="4114800"/>
            <a:ext cx="2011680" cy="201168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4434840"/>
            <a:ext cx="1371600" cy="137160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4754880"/>
            <a:ext cx="731520" cy="731520"/>
          </a:xfrm>
          <a:prstGeom prst="ellipse">
            <a:avLst/>
          </a:prstGeom>
          <a:ln w="1524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94976" y="50657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2026-09-16T09:23:57Z</dcterms:created>
  <dcterms:modified xsi:type="dcterms:W3CDTF">2026-09-16T09:23:57Z</dcterms:modified>
</cp:coreProperties>
</file>